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04" r:id="rId3"/>
    <p:sldId id="311" r:id="rId4"/>
    <p:sldId id="305" r:id="rId5"/>
    <p:sldId id="307" r:id="rId6"/>
    <p:sldId id="313" r:id="rId7"/>
    <p:sldId id="312" r:id="rId8"/>
    <p:sldId id="314" r:id="rId9"/>
    <p:sldId id="315" r:id="rId10"/>
    <p:sldId id="317" r:id="rId11"/>
    <p:sldId id="316" r:id="rId12"/>
    <p:sldId id="318" r:id="rId13"/>
    <p:sldId id="319" r:id="rId14"/>
    <p:sldId id="321" r:id="rId15"/>
    <p:sldId id="320" r:id="rId16"/>
    <p:sldId id="308" r:id="rId17"/>
    <p:sldId id="309" r:id="rId18"/>
    <p:sldId id="306" r:id="rId19"/>
  </p:sldIdLst>
  <p:sldSz cx="9144000" cy="5143500" type="screen16x9"/>
  <p:notesSz cx="6858000" cy="9144000"/>
  <p:embeddedFontLst>
    <p:embeddedFont>
      <p:font typeface="Avenir" charset="0"/>
      <p:regular r:id="rId21"/>
    </p:embeddedFont>
    <p:embeddedFont>
      <p:font typeface="Josefin Sans" pitchFamily="2" charset="0"/>
      <p:regular r:id="rId22"/>
      <p:bold r:id="rId23"/>
      <p:italic r:id="rId24"/>
      <p:bold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SemiBold" panose="020B0706030804020204" pitchFamily="34" charset="0"/>
      <p:regular r:id="rId30"/>
      <p:bold r:id="rId31"/>
      <p:italic r:id="rId32"/>
      <p:bold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1" roundtripDataSignature="AMtx7mgXYiiB6cvLgKsaKvqMK5pPDh6I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DAD26-ADDC-4BD1-84F3-F1DE6DE8FAB9}" v="52" dt="2025-12-09T21:51:39.384"/>
  </p1510:revLst>
</p1510:revInfo>
</file>

<file path=ppt/tableStyles.xml><?xml version="1.0" encoding="utf-8"?>
<a:tblStyleLst xmlns:a="http://schemas.openxmlformats.org/drawingml/2006/main" def="{5C9F6A94-FCF7-4E06-AC46-1207CE497A62}">
  <a:tblStyle styleId="{5C9F6A94-FCF7-4E06-AC46-1207CE497A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9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8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82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81" Type="http://customschemas.google.com/relationships/presentationmetadata" Target="metadata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ctor alonso labajo" userId="2bb954c0a14eb6fc" providerId="LiveId" clId="{F0D052ED-CC3F-4B78-8DFB-81ECEF846DC2}"/>
    <pc:docChg chg="undo custSel addSld delSld modSld sldOrd">
      <pc:chgData name="Héctor alonso labajo" userId="2bb954c0a14eb6fc" providerId="LiveId" clId="{F0D052ED-CC3F-4B78-8DFB-81ECEF846DC2}" dt="2025-12-09T21:51:39.384" v="4872"/>
      <pc:docMkLst>
        <pc:docMk/>
      </pc:docMkLst>
      <pc:sldChg chg="modSp mod">
        <pc:chgData name="Héctor alonso labajo" userId="2bb954c0a14eb6fc" providerId="LiveId" clId="{F0D052ED-CC3F-4B78-8DFB-81ECEF846DC2}" dt="2025-12-09T21:51:39.384" v="4872"/>
        <pc:sldMkLst>
          <pc:docMk/>
          <pc:sldMk cId="0" sldId="256"/>
        </pc:sldMkLst>
        <pc:spChg chg="mod">
          <ac:chgData name="Héctor alonso labajo" userId="2bb954c0a14eb6fc" providerId="LiveId" clId="{F0D052ED-CC3F-4B78-8DFB-81ECEF846DC2}" dt="2025-12-03T20:02:59.964" v="4230" actId="20577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Héctor alonso labajo" userId="2bb954c0a14eb6fc" providerId="LiveId" clId="{F0D052ED-CC3F-4B78-8DFB-81ECEF846DC2}" dt="2025-12-09T21:51:39.384" v="4872"/>
          <ac:spMkLst>
            <pc:docMk/>
            <pc:sldMk cId="0" sldId="256"/>
            <ac:spMk id="167" creationId="{00000000-0000-0000-0000-000000000000}"/>
          </ac:spMkLst>
        </pc:spChg>
      </pc:sldChg>
      <pc:sldChg chg="addSp modSp mod">
        <pc:chgData name="Héctor alonso labajo" userId="2bb954c0a14eb6fc" providerId="LiveId" clId="{F0D052ED-CC3F-4B78-8DFB-81ECEF846DC2}" dt="2025-12-09T20:17:04.475" v="4756" actId="20577"/>
        <pc:sldMkLst>
          <pc:docMk/>
          <pc:sldMk cId="826017717" sldId="304"/>
        </pc:sldMkLst>
        <pc:spChg chg="add mod">
          <ac:chgData name="Héctor alonso labajo" userId="2bb954c0a14eb6fc" providerId="LiveId" clId="{F0D052ED-CC3F-4B78-8DFB-81ECEF846DC2}" dt="2025-12-02T18:13:17.253" v="619" actId="1035"/>
          <ac:spMkLst>
            <pc:docMk/>
            <pc:sldMk cId="826017717" sldId="304"/>
            <ac:spMk id="2" creationId="{FA36265F-E339-B975-6FC6-15D5054D9ADB}"/>
          </ac:spMkLst>
        </pc:spChg>
        <pc:spChg chg="add mod">
          <ac:chgData name="Héctor alonso labajo" userId="2bb954c0a14eb6fc" providerId="LiveId" clId="{F0D052ED-CC3F-4B78-8DFB-81ECEF846DC2}" dt="2025-12-02T18:17:11.768" v="632" actId="1035"/>
          <ac:spMkLst>
            <pc:docMk/>
            <pc:sldMk cId="826017717" sldId="304"/>
            <ac:spMk id="4" creationId="{1CD75BF4-F014-0AE7-AABF-A1395EF2067A}"/>
          </ac:spMkLst>
        </pc:spChg>
        <pc:spChg chg="add mod">
          <ac:chgData name="Héctor alonso labajo" userId="2bb954c0a14eb6fc" providerId="LiveId" clId="{F0D052ED-CC3F-4B78-8DFB-81ECEF846DC2}" dt="2025-12-09T20:16:43.522" v="4741" actId="1076"/>
          <ac:spMkLst>
            <pc:docMk/>
            <pc:sldMk cId="826017717" sldId="304"/>
            <ac:spMk id="5" creationId="{09B7A84A-1DFF-32FC-8060-020C03FC71E6}"/>
          </ac:spMkLst>
        </pc:spChg>
        <pc:spChg chg="add mod">
          <ac:chgData name="Héctor alonso labajo" userId="2bb954c0a14eb6fc" providerId="LiveId" clId="{F0D052ED-CC3F-4B78-8DFB-81ECEF846DC2}" dt="2025-12-09T20:16:33.282" v="4739" actId="1076"/>
          <ac:spMkLst>
            <pc:docMk/>
            <pc:sldMk cId="826017717" sldId="304"/>
            <ac:spMk id="6" creationId="{27D997CA-8EC5-1498-1B60-3855B1BB8321}"/>
          </ac:spMkLst>
        </pc:spChg>
        <pc:spChg chg="add mod">
          <ac:chgData name="Héctor alonso labajo" userId="2bb954c0a14eb6fc" providerId="LiveId" clId="{F0D052ED-CC3F-4B78-8DFB-81ECEF846DC2}" dt="2025-12-09T20:17:04.475" v="4756" actId="20577"/>
          <ac:spMkLst>
            <pc:docMk/>
            <pc:sldMk cId="826017717" sldId="304"/>
            <ac:spMk id="7" creationId="{AC25AC78-BC54-8431-3EE6-86557D164513}"/>
          </ac:spMkLst>
        </pc:spChg>
      </pc:sldChg>
      <pc:sldChg chg="modSp add mod">
        <pc:chgData name="Héctor alonso labajo" userId="2bb954c0a14eb6fc" providerId="LiveId" clId="{F0D052ED-CC3F-4B78-8DFB-81ECEF846DC2}" dt="2025-12-09T20:11:59.015" v="4608" actId="20577"/>
        <pc:sldMkLst>
          <pc:docMk/>
          <pc:sldMk cId="3005233636" sldId="305"/>
        </pc:sldMkLst>
        <pc:spChg chg="mod">
          <ac:chgData name="Héctor alonso labajo" userId="2bb954c0a14eb6fc" providerId="LiveId" clId="{F0D052ED-CC3F-4B78-8DFB-81ECEF846DC2}" dt="2025-12-09T20:11:59.015" v="4608" actId="20577"/>
          <ac:spMkLst>
            <pc:docMk/>
            <pc:sldMk cId="3005233636" sldId="305"/>
            <ac:spMk id="3" creationId="{DCA98A7A-2330-3FB3-9786-AB604E56462D}"/>
          </ac:spMkLst>
        </pc:spChg>
      </pc:sldChg>
      <pc:sldChg chg="addSp modSp add mod">
        <pc:chgData name="Héctor alonso labajo" userId="2bb954c0a14eb6fc" providerId="LiveId" clId="{F0D052ED-CC3F-4B78-8DFB-81ECEF846DC2}" dt="2025-12-04T21:02:25.796" v="4439" actId="20577"/>
        <pc:sldMkLst>
          <pc:docMk/>
          <pc:sldMk cId="3977386192" sldId="307"/>
        </pc:sldMkLst>
        <pc:spChg chg="add mod">
          <ac:chgData name="Héctor alonso labajo" userId="2bb954c0a14eb6fc" providerId="LiveId" clId="{F0D052ED-CC3F-4B78-8DFB-81ECEF846DC2}" dt="2025-12-04T21:02:25.796" v="4439" actId="20577"/>
          <ac:spMkLst>
            <pc:docMk/>
            <pc:sldMk cId="3977386192" sldId="307"/>
            <ac:spMk id="3" creationId="{A59ED680-676C-9993-8BE3-9D9B30384553}"/>
          </ac:spMkLst>
        </pc:spChg>
      </pc:sldChg>
      <pc:sldChg chg="addSp modSp mod">
        <pc:chgData name="Héctor alonso labajo" userId="2bb954c0a14eb6fc" providerId="LiveId" clId="{F0D052ED-CC3F-4B78-8DFB-81ECEF846DC2}" dt="2025-12-02T19:10:54.347" v="3855" actId="1076"/>
        <pc:sldMkLst>
          <pc:docMk/>
          <pc:sldMk cId="1319111710" sldId="308"/>
        </pc:sldMkLst>
        <pc:spChg chg="add mod">
          <ac:chgData name="Héctor alonso labajo" userId="2bb954c0a14eb6fc" providerId="LiveId" clId="{F0D052ED-CC3F-4B78-8DFB-81ECEF846DC2}" dt="2025-12-02T19:10:54.347" v="3855" actId="1076"/>
          <ac:spMkLst>
            <pc:docMk/>
            <pc:sldMk cId="1319111710" sldId="308"/>
            <ac:spMk id="3" creationId="{E15D0D0F-E843-4D38-4582-4681CD3D80DF}"/>
          </ac:spMkLst>
        </pc:spChg>
      </pc:sldChg>
      <pc:sldChg chg="addSp modSp mod">
        <pc:chgData name="Héctor alonso labajo" userId="2bb954c0a14eb6fc" providerId="LiveId" clId="{F0D052ED-CC3F-4B78-8DFB-81ECEF846DC2}" dt="2025-12-09T21:22:13.633" v="4866" actId="20577"/>
        <pc:sldMkLst>
          <pc:docMk/>
          <pc:sldMk cId="4090381687" sldId="309"/>
        </pc:sldMkLst>
        <pc:spChg chg="add mod">
          <ac:chgData name="Héctor alonso labajo" userId="2bb954c0a14eb6fc" providerId="LiveId" clId="{F0D052ED-CC3F-4B78-8DFB-81ECEF846DC2}" dt="2025-12-09T21:22:13.633" v="4866" actId="20577"/>
          <ac:spMkLst>
            <pc:docMk/>
            <pc:sldMk cId="4090381687" sldId="309"/>
            <ac:spMk id="3" creationId="{6E541EF4-4BAD-4875-9737-ACE9E871AF60}"/>
          </ac:spMkLst>
        </pc:spChg>
      </pc:sldChg>
      <pc:sldChg chg="addSp delSp modSp mod">
        <pc:chgData name="Héctor alonso labajo" userId="2bb954c0a14eb6fc" providerId="LiveId" clId="{F0D052ED-CC3F-4B78-8DFB-81ECEF846DC2}" dt="2025-12-09T19:31:18.366" v="4440" actId="478"/>
        <pc:sldMkLst>
          <pc:docMk/>
          <pc:sldMk cId="2086984109" sldId="311"/>
        </pc:sldMkLst>
        <pc:spChg chg="add mod">
          <ac:chgData name="Héctor alonso labajo" userId="2bb954c0a14eb6fc" providerId="LiveId" clId="{F0D052ED-CC3F-4B78-8DFB-81ECEF846DC2}" dt="2025-12-04T20:54:33.835" v="4434" actId="20577"/>
          <ac:spMkLst>
            <pc:docMk/>
            <pc:sldMk cId="2086984109" sldId="311"/>
            <ac:spMk id="3" creationId="{AEFE3E74-EA50-CC1D-AF66-EAD9AA761FF8}"/>
          </ac:spMkLst>
        </pc:spChg>
        <pc:spChg chg="add mod">
          <ac:chgData name="Héctor alonso labajo" userId="2bb954c0a14eb6fc" providerId="LiveId" clId="{F0D052ED-CC3F-4B78-8DFB-81ECEF846DC2}" dt="2025-12-04T20:54:45.419" v="4437" actId="1076"/>
          <ac:spMkLst>
            <pc:docMk/>
            <pc:sldMk cId="2086984109" sldId="311"/>
            <ac:spMk id="4" creationId="{33D7BC0E-775F-355D-F3CE-F589AE3E93FA}"/>
          </ac:spMkLst>
        </pc:spChg>
        <pc:spChg chg="add mod">
          <ac:chgData name="Héctor alonso labajo" userId="2bb954c0a14eb6fc" providerId="LiveId" clId="{F0D052ED-CC3F-4B78-8DFB-81ECEF846DC2}" dt="2025-12-04T20:54:35.542" v="4435" actId="1076"/>
          <ac:spMkLst>
            <pc:docMk/>
            <pc:sldMk cId="2086984109" sldId="311"/>
            <ac:spMk id="5" creationId="{B982C4C9-AFFA-DF96-0BDA-C5357B88860C}"/>
          </ac:spMkLst>
        </pc:spChg>
        <pc:spChg chg="add mod">
          <ac:chgData name="Héctor alonso labajo" userId="2bb954c0a14eb6fc" providerId="LiveId" clId="{F0D052ED-CC3F-4B78-8DFB-81ECEF846DC2}" dt="2025-12-02T18:36:22.525" v="1796" actId="1076"/>
          <ac:spMkLst>
            <pc:docMk/>
            <pc:sldMk cId="2086984109" sldId="311"/>
            <ac:spMk id="6" creationId="{9981A493-24D8-7824-C681-1F305BF06ECF}"/>
          </ac:spMkLst>
        </pc:spChg>
        <pc:spChg chg="add del mod">
          <ac:chgData name="Héctor alonso labajo" userId="2bb954c0a14eb6fc" providerId="LiveId" clId="{F0D052ED-CC3F-4B78-8DFB-81ECEF846DC2}" dt="2025-12-09T19:31:18.366" v="4440" actId="478"/>
          <ac:spMkLst>
            <pc:docMk/>
            <pc:sldMk cId="2086984109" sldId="311"/>
            <ac:spMk id="7" creationId="{06216773-19A7-4E25-C788-FDFBA3249551}"/>
          </ac:spMkLst>
        </pc:spChg>
      </pc:sldChg>
      <pc:sldChg chg="addSp delSp modSp new mod">
        <pc:chgData name="Héctor alonso labajo" userId="2bb954c0a14eb6fc" providerId="LiveId" clId="{F0D052ED-CC3F-4B78-8DFB-81ECEF846DC2}" dt="2025-12-09T20:14:27.448" v="4734" actId="20577"/>
        <pc:sldMkLst>
          <pc:docMk/>
          <pc:sldMk cId="2652506960" sldId="312"/>
        </pc:sldMkLst>
        <pc:spChg chg="add mod">
          <ac:chgData name="Héctor alonso labajo" userId="2bb954c0a14eb6fc" providerId="LiveId" clId="{F0D052ED-CC3F-4B78-8DFB-81ECEF846DC2}" dt="2025-12-02T18:32:00.786" v="1604" actId="1036"/>
          <ac:spMkLst>
            <pc:docMk/>
            <pc:sldMk cId="2652506960" sldId="312"/>
            <ac:spMk id="2" creationId="{A65EA067-C5FA-46F1-CE29-5A2DCF69BA8D}"/>
          </ac:spMkLst>
        </pc:spChg>
        <pc:spChg chg="add mod">
          <ac:chgData name="Héctor alonso labajo" userId="2bb954c0a14eb6fc" providerId="LiveId" clId="{F0D052ED-CC3F-4B78-8DFB-81ECEF846DC2}" dt="2025-12-09T20:14:27.448" v="4734" actId="20577"/>
          <ac:spMkLst>
            <pc:docMk/>
            <pc:sldMk cId="2652506960" sldId="312"/>
            <ac:spMk id="3" creationId="{5D355DE4-057D-32B6-C0EE-40CBC7E84EF0}"/>
          </ac:spMkLst>
        </pc:spChg>
        <pc:spChg chg="add mod">
          <ac:chgData name="Héctor alonso labajo" userId="2bb954c0a14eb6fc" providerId="LiveId" clId="{F0D052ED-CC3F-4B78-8DFB-81ECEF846DC2}" dt="2025-12-02T18:35:20.703" v="1788" actId="1076"/>
          <ac:spMkLst>
            <pc:docMk/>
            <pc:sldMk cId="2652506960" sldId="312"/>
            <ac:spMk id="6" creationId="{398EB079-46F9-1FEF-175D-B9338EB805CA}"/>
          </ac:spMkLst>
        </pc:spChg>
        <pc:spChg chg="add mod">
          <ac:chgData name="Héctor alonso labajo" userId="2bb954c0a14eb6fc" providerId="LiveId" clId="{F0D052ED-CC3F-4B78-8DFB-81ECEF846DC2}" dt="2025-12-02T18:35:13.569" v="1787" actId="1076"/>
          <ac:spMkLst>
            <pc:docMk/>
            <pc:sldMk cId="2652506960" sldId="312"/>
            <ac:spMk id="8" creationId="{2B7DAFAC-935C-DFAB-0300-F8C7120476B1}"/>
          </ac:spMkLst>
        </pc:spChg>
      </pc:sldChg>
      <pc:sldChg chg="addSp modSp new mod">
        <pc:chgData name="Héctor alonso labajo" userId="2bb954c0a14eb6fc" providerId="LiveId" clId="{F0D052ED-CC3F-4B78-8DFB-81ECEF846DC2}" dt="2025-12-09T20:14:10.293" v="4725" actId="20577"/>
        <pc:sldMkLst>
          <pc:docMk/>
          <pc:sldMk cId="1151927018" sldId="313"/>
        </pc:sldMkLst>
        <pc:spChg chg="add mod">
          <ac:chgData name="Héctor alonso labajo" userId="2bb954c0a14eb6fc" providerId="LiveId" clId="{F0D052ED-CC3F-4B78-8DFB-81ECEF846DC2}" dt="2025-12-02T18:38:03.821" v="1851" actId="1037"/>
          <ac:spMkLst>
            <pc:docMk/>
            <pc:sldMk cId="1151927018" sldId="313"/>
            <ac:spMk id="2" creationId="{576FA838-CE9C-20F3-DD40-DCCDFB6086A1}"/>
          </ac:spMkLst>
        </pc:spChg>
        <pc:spChg chg="add mod">
          <ac:chgData name="Héctor alonso labajo" userId="2bb954c0a14eb6fc" providerId="LiveId" clId="{F0D052ED-CC3F-4B78-8DFB-81ECEF846DC2}" dt="2025-12-02T18:38:49.785" v="1905" actId="108"/>
          <ac:spMkLst>
            <pc:docMk/>
            <pc:sldMk cId="1151927018" sldId="313"/>
            <ac:spMk id="3" creationId="{29F0A2B6-1390-2309-9493-4979A775DFEB}"/>
          </ac:spMkLst>
        </pc:spChg>
        <pc:spChg chg="add mod">
          <ac:chgData name="Héctor alonso labajo" userId="2bb954c0a14eb6fc" providerId="LiveId" clId="{F0D052ED-CC3F-4B78-8DFB-81ECEF846DC2}" dt="2025-12-09T20:13:06.062" v="4648" actId="1036"/>
          <ac:spMkLst>
            <pc:docMk/>
            <pc:sldMk cId="1151927018" sldId="313"/>
            <ac:spMk id="4" creationId="{71464825-E337-D4E4-4957-9D933866387F}"/>
          </ac:spMkLst>
        </pc:spChg>
        <pc:spChg chg="add mod">
          <ac:chgData name="Héctor alonso labajo" userId="2bb954c0a14eb6fc" providerId="LiveId" clId="{F0D052ED-CC3F-4B78-8DFB-81ECEF846DC2}" dt="2025-12-09T20:13:06.062" v="4648" actId="1036"/>
          <ac:spMkLst>
            <pc:docMk/>
            <pc:sldMk cId="1151927018" sldId="313"/>
            <ac:spMk id="5" creationId="{3061240F-8B99-3323-9A7B-344E904C72A9}"/>
          </ac:spMkLst>
        </pc:spChg>
        <pc:spChg chg="add mod">
          <ac:chgData name="Héctor alonso labajo" userId="2bb954c0a14eb6fc" providerId="LiveId" clId="{F0D052ED-CC3F-4B78-8DFB-81ECEF846DC2}" dt="2025-12-09T20:14:00.704" v="4704" actId="108"/>
          <ac:spMkLst>
            <pc:docMk/>
            <pc:sldMk cId="1151927018" sldId="313"/>
            <ac:spMk id="6" creationId="{A53BDA91-07C8-3C6B-9400-1B843918CF1F}"/>
          </ac:spMkLst>
        </pc:spChg>
        <pc:spChg chg="add mod">
          <ac:chgData name="Héctor alonso labajo" userId="2bb954c0a14eb6fc" providerId="LiveId" clId="{F0D052ED-CC3F-4B78-8DFB-81ECEF846DC2}" dt="2025-12-09T20:14:10.293" v="4725" actId="20577"/>
          <ac:spMkLst>
            <pc:docMk/>
            <pc:sldMk cId="1151927018" sldId="313"/>
            <ac:spMk id="7" creationId="{C3CE5A4B-69A1-5D7D-CEC3-19552B4C0841}"/>
          </ac:spMkLst>
        </pc:spChg>
      </pc:sldChg>
      <pc:sldChg chg="addSp modSp new mod">
        <pc:chgData name="Héctor alonso labajo" userId="2bb954c0a14eb6fc" providerId="LiveId" clId="{F0D052ED-CC3F-4B78-8DFB-81ECEF846DC2}" dt="2025-12-04T20:47:06.387" v="4414" actId="1076"/>
        <pc:sldMkLst>
          <pc:docMk/>
          <pc:sldMk cId="1418287414" sldId="314"/>
        </pc:sldMkLst>
        <pc:spChg chg="add mod">
          <ac:chgData name="Héctor alonso labajo" userId="2bb954c0a14eb6fc" providerId="LiveId" clId="{F0D052ED-CC3F-4B78-8DFB-81ECEF846DC2}" dt="2025-12-02T18:45:52.261" v="2200" actId="1035"/>
          <ac:spMkLst>
            <pc:docMk/>
            <pc:sldMk cId="1418287414" sldId="314"/>
            <ac:spMk id="2" creationId="{E0E1E5E5-80E8-2533-40D6-FB54885F581B}"/>
          </ac:spMkLst>
        </pc:spChg>
        <pc:spChg chg="add mod">
          <ac:chgData name="Héctor alonso labajo" userId="2bb954c0a14eb6fc" providerId="LiveId" clId="{F0D052ED-CC3F-4B78-8DFB-81ECEF846DC2}" dt="2025-12-04T20:47:06.387" v="4414" actId="1076"/>
          <ac:spMkLst>
            <pc:docMk/>
            <pc:sldMk cId="1418287414" sldId="314"/>
            <ac:spMk id="3" creationId="{AA454D5B-240D-99AA-2ADC-A284762267AD}"/>
          </ac:spMkLst>
        </pc:spChg>
      </pc:sldChg>
      <pc:sldChg chg="addSp modSp new mod">
        <pc:chgData name="Héctor alonso labajo" userId="2bb954c0a14eb6fc" providerId="LiveId" clId="{F0D052ED-CC3F-4B78-8DFB-81ECEF846DC2}" dt="2025-12-02T19:06:36.925" v="3505" actId="1035"/>
        <pc:sldMkLst>
          <pc:docMk/>
          <pc:sldMk cId="4219221410" sldId="315"/>
        </pc:sldMkLst>
        <pc:spChg chg="add mod">
          <ac:chgData name="Héctor alonso labajo" userId="2bb954c0a14eb6fc" providerId="LiveId" clId="{F0D052ED-CC3F-4B78-8DFB-81ECEF846DC2}" dt="2025-12-02T18:48:49.338" v="2374" actId="1036"/>
          <ac:spMkLst>
            <pc:docMk/>
            <pc:sldMk cId="4219221410" sldId="315"/>
            <ac:spMk id="2" creationId="{3DA8AA9A-D948-A58F-F0A5-B32D038D383D}"/>
          </ac:spMkLst>
        </pc:spChg>
        <pc:spChg chg="add mod">
          <ac:chgData name="Héctor alonso labajo" userId="2bb954c0a14eb6fc" providerId="LiveId" clId="{F0D052ED-CC3F-4B78-8DFB-81ECEF846DC2}" dt="2025-12-02T19:06:36.925" v="3505" actId="1035"/>
          <ac:spMkLst>
            <pc:docMk/>
            <pc:sldMk cId="4219221410" sldId="315"/>
            <ac:spMk id="3" creationId="{EBBA0E33-77B1-2852-581E-91E7921E5750}"/>
          </ac:spMkLst>
        </pc:spChg>
      </pc:sldChg>
      <pc:sldChg chg="addSp modSp new mod">
        <pc:chgData name="Héctor alonso labajo" userId="2bb954c0a14eb6fc" providerId="LiveId" clId="{F0D052ED-CC3F-4B78-8DFB-81ECEF846DC2}" dt="2025-12-09T21:10:42.294" v="4845" actId="20577"/>
        <pc:sldMkLst>
          <pc:docMk/>
          <pc:sldMk cId="490852591" sldId="316"/>
        </pc:sldMkLst>
        <pc:spChg chg="add mod">
          <ac:chgData name="Héctor alonso labajo" userId="2bb954c0a14eb6fc" providerId="LiveId" clId="{F0D052ED-CC3F-4B78-8DFB-81ECEF846DC2}" dt="2025-12-02T18:54:40.134" v="2788" actId="1038"/>
          <ac:spMkLst>
            <pc:docMk/>
            <pc:sldMk cId="490852591" sldId="316"/>
            <ac:spMk id="2" creationId="{9A28A8E6-1BCF-EA0E-9BFA-862C8FD88EA4}"/>
          </ac:spMkLst>
        </pc:spChg>
        <pc:spChg chg="add mod">
          <ac:chgData name="Héctor alonso labajo" userId="2bb954c0a14eb6fc" providerId="LiveId" clId="{F0D052ED-CC3F-4B78-8DFB-81ECEF846DC2}" dt="2025-12-02T18:56:50.701" v="2893" actId="1076"/>
          <ac:spMkLst>
            <pc:docMk/>
            <pc:sldMk cId="490852591" sldId="316"/>
            <ac:spMk id="3" creationId="{68592544-440B-3A1C-706B-19556A4AD730}"/>
          </ac:spMkLst>
        </pc:spChg>
        <pc:spChg chg="add mod">
          <ac:chgData name="Héctor alonso labajo" userId="2bb954c0a14eb6fc" providerId="LiveId" clId="{F0D052ED-CC3F-4B78-8DFB-81ECEF846DC2}" dt="2025-12-09T21:10:42.294" v="4845" actId="20577"/>
          <ac:spMkLst>
            <pc:docMk/>
            <pc:sldMk cId="490852591" sldId="316"/>
            <ac:spMk id="4" creationId="{7CC84A03-ABCA-8358-DC20-BCE2E12FFB92}"/>
          </ac:spMkLst>
        </pc:spChg>
      </pc:sldChg>
      <pc:sldChg chg="addSp modSp new mod ord">
        <pc:chgData name="Héctor alonso labajo" userId="2bb954c0a14eb6fc" providerId="LiveId" clId="{F0D052ED-CC3F-4B78-8DFB-81ECEF846DC2}" dt="2025-12-03T22:15:20.308" v="4264"/>
        <pc:sldMkLst>
          <pc:docMk/>
          <pc:sldMk cId="926117541" sldId="317"/>
        </pc:sldMkLst>
        <pc:spChg chg="add mod">
          <ac:chgData name="Héctor alonso labajo" userId="2bb954c0a14eb6fc" providerId="LiveId" clId="{F0D052ED-CC3F-4B78-8DFB-81ECEF846DC2}" dt="2025-12-02T18:58:02.738" v="2953" actId="1037"/>
          <ac:spMkLst>
            <pc:docMk/>
            <pc:sldMk cId="926117541" sldId="317"/>
            <ac:spMk id="2" creationId="{D8DF7D31-BEE8-38CB-8784-9E55D9C2A9A9}"/>
          </ac:spMkLst>
        </pc:spChg>
        <pc:spChg chg="add mod">
          <ac:chgData name="Héctor alonso labajo" userId="2bb954c0a14eb6fc" providerId="LiveId" clId="{F0D052ED-CC3F-4B78-8DFB-81ECEF846DC2}" dt="2025-12-02T19:05:03.929" v="3435" actId="1037"/>
          <ac:spMkLst>
            <pc:docMk/>
            <pc:sldMk cId="926117541" sldId="317"/>
            <ac:spMk id="3" creationId="{A8EAA939-F879-1B13-BD91-F5E5B5DBA408}"/>
          </ac:spMkLst>
        </pc:spChg>
      </pc:sldChg>
      <pc:sldChg chg="addSp modSp new mod">
        <pc:chgData name="Héctor alonso labajo" userId="2bb954c0a14eb6fc" providerId="LiveId" clId="{F0D052ED-CC3F-4B78-8DFB-81ECEF846DC2}" dt="2025-12-09T20:34:51.371" v="4757" actId="1076"/>
        <pc:sldMkLst>
          <pc:docMk/>
          <pc:sldMk cId="2617040480" sldId="318"/>
        </pc:sldMkLst>
        <pc:spChg chg="add mod">
          <ac:chgData name="Héctor alonso labajo" userId="2bb954c0a14eb6fc" providerId="LiveId" clId="{F0D052ED-CC3F-4B78-8DFB-81ECEF846DC2}" dt="2025-12-02T18:59:38.134" v="3101" actId="1037"/>
          <ac:spMkLst>
            <pc:docMk/>
            <pc:sldMk cId="2617040480" sldId="318"/>
            <ac:spMk id="2" creationId="{36499379-6853-8C4E-0988-258391C58B6F}"/>
          </ac:spMkLst>
        </pc:spChg>
        <pc:spChg chg="add mod">
          <ac:chgData name="Héctor alonso labajo" userId="2bb954c0a14eb6fc" providerId="LiveId" clId="{F0D052ED-CC3F-4B78-8DFB-81ECEF846DC2}" dt="2025-12-09T20:34:51.371" v="4757" actId="1076"/>
          <ac:spMkLst>
            <pc:docMk/>
            <pc:sldMk cId="2617040480" sldId="318"/>
            <ac:spMk id="3" creationId="{3D63FDD5-2476-CC3F-91FC-B134639FEAE8}"/>
          </ac:spMkLst>
        </pc:spChg>
      </pc:sldChg>
      <pc:sldChg chg="addSp modSp new mod">
        <pc:chgData name="Héctor alonso labajo" userId="2bb954c0a14eb6fc" providerId="LiveId" clId="{F0D052ED-CC3F-4B78-8DFB-81ECEF846DC2}" dt="2025-12-02T19:07:09.388" v="3529"/>
        <pc:sldMkLst>
          <pc:docMk/>
          <pc:sldMk cId="479284659" sldId="319"/>
        </pc:sldMkLst>
        <pc:spChg chg="add mod">
          <ac:chgData name="Héctor alonso labajo" userId="2bb954c0a14eb6fc" providerId="LiveId" clId="{F0D052ED-CC3F-4B78-8DFB-81ECEF846DC2}" dt="2025-12-02T19:06:57.197" v="3528" actId="20577"/>
          <ac:spMkLst>
            <pc:docMk/>
            <pc:sldMk cId="479284659" sldId="319"/>
            <ac:spMk id="2" creationId="{CB95A3F9-2440-E292-AA8A-CA799948D789}"/>
          </ac:spMkLst>
        </pc:spChg>
        <pc:spChg chg="add mod">
          <ac:chgData name="Héctor alonso labajo" userId="2bb954c0a14eb6fc" providerId="LiveId" clId="{F0D052ED-CC3F-4B78-8DFB-81ECEF846DC2}" dt="2025-12-02T19:05:15.302" v="3438" actId="1035"/>
          <ac:spMkLst>
            <pc:docMk/>
            <pc:sldMk cId="479284659" sldId="319"/>
            <ac:spMk id="3" creationId="{FB541A7C-051B-C5A6-7433-97EDE90571C2}"/>
          </ac:spMkLst>
        </pc:spChg>
      </pc:sldChg>
      <pc:sldChg chg="addSp modSp new mod">
        <pc:chgData name="Héctor alonso labajo" userId="2bb954c0a14eb6fc" providerId="LiveId" clId="{F0D052ED-CC3F-4B78-8DFB-81ECEF846DC2}" dt="2025-12-02T19:08:54.710" v="3687" actId="108"/>
        <pc:sldMkLst>
          <pc:docMk/>
          <pc:sldMk cId="33747511" sldId="320"/>
        </pc:sldMkLst>
        <pc:spChg chg="add mod">
          <ac:chgData name="Héctor alonso labajo" userId="2bb954c0a14eb6fc" providerId="LiveId" clId="{F0D052ED-CC3F-4B78-8DFB-81ECEF846DC2}" dt="2025-12-02T19:07:49.546" v="3581" actId="1037"/>
          <ac:spMkLst>
            <pc:docMk/>
            <pc:sldMk cId="33747511" sldId="320"/>
            <ac:spMk id="2" creationId="{54916214-46E9-E546-A167-6BC0A9A83195}"/>
          </ac:spMkLst>
        </pc:spChg>
        <pc:spChg chg="add mod">
          <ac:chgData name="Héctor alonso labajo" userId="2bb954c0a14eb6fc" providerId="LiveId" clId="{F0D052ED-CC3F-4B78-8DFB-81ECEF846DC2}" dt="2025-12-02T19:08:54.710" v="3687" actId="108"/>
          <ac:spMkLst>
            <pc:docMk/>
            <pc:sldMk cId="33747511" sldId="320"/>
            <ac:spMk id="3" creationId="{9D7D71A0-6477-97EC-2722-1ECD046BD497}"/>
          </ac:spMkLst>
        </pc:spChg>
      </pc:sldChg>
      <pc:sldChg chg="addSp modSp new mod">
        <pc:chgData name="Héctor alonso labajo" userId="2bb954c0a14eb6fc" providerId="LiveId" clId="{F0D052ED-CC3F-4B78-8DFB-81ECEF846DC2}" dt="2025-12-04T20:02:39.913" v="4412" actId="20577"/>
        <pc:sldMkLst>
          <pc:docMk/>
          <pc:sldMk cId="1999057295" sldId="321"/>
        </pc:sldMkLst>
        <pc:spChg chg="add mod">
          <ac:chgData name="Héctor alonso labajo" userId="2bb954c0a14eb6fc" providerId="LiveId" clId="{F0D052ED-CC3F-4B78-8DFB-81ECEF846DC2}" dt="2025-12-03T22:09:29.909" v="4262" actId="1037"/>
          <ac:spMkLst>
            <pc:docMk/>
            <pc:sldMk cId="1999057295" sldId="321"/>
            <ac:spMk id="2" creationId="{A4CD640E-8452-DA50-89F9-D3287193078B}"/>
          </ac:spMkLst>
        </pc:spChg>
        <pc:spChg chg="add mod">
          <ac:chgData name="Héctor alonso labajo" userId="2bb954c0a14eb6fc" providerId="LiveId" clId="{F0D052ED-CC3F-4B78-8DFB-81ECEF846DC2}" dt="2025-12-04T20:02:39.913" v="4412" actId="20577"/>
          <ac:spMkLst>
            <pc:docMk/>
            <pc:sldMk cId="1999057295" sldId="321"/>
            <ac:spMk id="3" creationId="{BAACDD4B-00A6-4B9E-CEF8-FE9DF33AB1EA}"/>
          </ac:spMkLst>
        </pc:spChg>
      </pc:sldChg>
      <pc:sldMasterChg chg="delSldLayout">
        <pc:chgData name="Héctor alonso labajo" userId="2bb954c0a14eb6fc" providerId="LiveId" clId="{F0D052ED-CC3F-4B78-8DFB-81ECEF846DC2}" dt="2025-12-03T20:02:42.245" v="4179" actId="2696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15602234-5D20-22BD-D82F-4AD18A61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93F951D9-CC8D-DF43-474A-EB63A2003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1092848D-52FC-2465-7139-79DB22F3E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299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EDAB1F4C-3E2A-2A24-C630-9B5414AD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1D92E1F3-46AC-2BFB-679D-4EEB49E94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0CABD030-7678-585B-E65A-B7E1060D7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239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.Portada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subTitle" idx="1"/>
          </p:nvPr>
        </p:nvSpPr>
        <p:spPr>
          <a:xfrm>
            <a:off x="572025" y="3409050"/>
            <a:ext cx="79848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ctrTitle"/>
          </p:nvPr>
        </p:nvSpPr>
        <p:spPr>
          <a:xfrm>
            <a:off x="784875" y="1351950"/>
            <a:ext cx="7787100" cy="20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1" name="Google Shape;1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. Texto + definición" userDrawn="1">
  <p:cSld name="SECTION_TITLE_AND_DESCRI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47;p12" descr="Forma, Círculo&#10;&#10;Descripción generada automáticamente">
            <a:extLst>
              <a:ext uri="{FF2B5EF4-FFF2-40B4-BE49-F238E27FC236}">
                <a16:creationId xmlns:a16="http://schemas.microsoft.com/office/drawing/2014/main" id="{815B3B34-4AB4-56A2-9BC5-C7E9FE939FD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762205" y="-2324989"/>
            <a:ext cx="468204" cy="554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 userDrawn="1">
  <p:cSld name="CUSTOM_3">
    <p:bg>
      <p:bgPr>
        <a:solidFill>
          <a:schemeClr val="accent3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5;p59">
            <a:extLst>
              <a:ext uri="{FF2B5EF4-FFF2-40B4-BE49-F238E27FC236}">
                <a16:creationId xmlns:a16="http://schemas.microsoft.com/office/drawing/2014/main" id="{34F06479-12B1-1455-FCF8-5047F6B76B8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053435" y="2210339"/>
            <a:ext cx="3037130" cy="722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8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5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44" name="Google Shape;144;p65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5" name="Google Shape;145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6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8" name="Google Shape;148;p66"/>
          <p:cNvSpPr txBox="1">
            <a:spLocks noGrp="1"/>
          </p:cNvSpPr>
          <p:nvPr>
            <p:ph type="subTitle" idx="1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49" name="Google Shape;149;p66"/>
          <p:cNvSpPr txBox="1">
            <a:spLocks noGrp="1"/>
          </p:cNvSpPr>
          <p:nvPr>
            <p:ph type="subTitle" idx="2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50" name="Google Shape;150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LERNA Online">
  <p:cSld name="CUSTOM_1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7"/>
          <p:cNvSpPr txBox="1">
            <a:spLocks noGrp="1"/>
          </p:cNvSpPr>
          <p:nvPr>
            <p:ph type="title"/>
          </p:nvPr>
        </p:nvSpPr>
        <p:spPr>
          <a:xfrm>
            <a:off x="3105950" y="363275"/>
            <a:ext cx="293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3" name="Google Shape;153;p67"/>
          <p:cNvSpPr txBox="1">
            <a:spLocks noGrp="1"/>
          </p:cNvSpPr>
          <p:nvPr>
            <p:ph type="subTitle" idx="1"/>
          </p:nvPr>
        </p:nvSpPr>
        <p:spPr>
          <a:xfrm>
            <a:off x="760275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54" name="Google Shape;154;p67"/>
          <p:cNvSpPr txBox="1">
            <a:spLocks noGrp="1"/>
          </p:cNvSpPr>
          <p:nvPr>
            <p:ph type="subTitle" idx="2"/>
          </p:nvPr>
        </p:nvSpPr>
        <p:spPr>
          <a:xfrm>
            <a:off x="540000" y="2145400"/>
            <a:ext cx="3834000" cy="17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67"/>
          <p:cNvSpPr txBox="1">
            <a:spLocks noGrp="1"/>
          </p:cNvSpPr>
          <p:nvPr>
            <p:ph type="subTitle" idx="3"/>
          </p:nvPr>
        </p:nvSpPr>
        <p:spPr>
          <a:xfrm>
            <a:off x="4564200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56" name="Google Shape;156;p67"/>
          <p:cNvSpPr txBox="1">
            <a:spLocks noGrp="1"/>
          </p:cNvSpPr>
          <p:nvPr>
            <p:ph type="subTitle" idx="4"/>
          </p:nvPr>
        </p:nvSpPr>
        <p:spPr>
          <a:xfrm>
            <a:off x="4440600" y="2145400"/>
            <a:ext cx="3834000" cy="17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57" name="Google Shape;157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  <a:defRPr sz="2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●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6" r:id="rId3"/>
    <p:sldLayoutId id="2147483668" r:id="rId4"/>
    <p:sldLayoutId id="2147483669" r:id="rId5"/>
    <p:sldLayoutId id="2147483670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ctrTitle"/>
          </p:nvPr>
        </p:nvSpPr>
        <p:spPr>
          <a:xfrm>
            <a:off x="784875" y="1351950"/>
            <a:ext cx="7787100" cy="20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Fogones del Duero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1"/>
          <p:cNvSpPr txBox="1">
            <a:spLocks noGrp="1"/>
          </p:cNvSpPr>
          <p:nvPr>
            <p:ph type="subTitle" idx="1"/>
          </p:nvPr>
        </p:nvSpPr>
        <p:spPr>
          <a:xfrm>
            <a:off x="2155902" y="3575823"/>
            <a:ext cx="4698381" cy="9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solidFill>
                  <a:schemeClr val="dk2"/>
                </a:solidFill>
              </a:rPr>
              <a:t>Alumno: Héctor Alonso Labajo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Tutor: </a:t>
            </a:r>
            <a:r>
              <a:rPr lang="en" dirty="0">
                <a:solidFill>
                  <a:schemeClr val="dk2"/>
                </a:solidFill>
              </a:rPr>
              <a:t>Emilio Saurina</a:t>
            </a:r>
            <a:endParaRPr lang="en" dirty="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>
              <a:lnSpc>
                <a:spcPct val="150000"/>
              </a:lnSpc>
            </a:pPr>
            <a:r>
              <a:rPr lang="en" dirty="0">
                <a:solidFill>
                  <a:schemeClr val="dk2"/>
                </a:solidFill>
              </a:rPr>
              <a:t>Semestre: </a:t>
            </a:r>
            <a:r>
              <a:rPr lang="es-ES" dirty="0">
                <a:solidFill>
                  <a:schemeClr val="dk2"/>
                </a:solidFill>
              </a:rPr>
              <a:t>1S2526</a:t>
            </a:r>
            <a:endParaRPr dirty="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5648CE2A-357A-74C3-702E-EF1E9F954B45}"/>
              </a:ext>
            </a:extLst>
          </p:cNvPr>
          <p:cNvSpPr txBox="1">
            <a:spLocks/>
          </p:cNvSpPr>
          <p:nvPr/>
        </p:nvSpPr>
        <p:spPr>
          <a:xfrm>
            <a:off x="-199026" y="39958"/>
            <a:ext cx="4698381" cy="59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 lang="es-ES" dirty="0"/>
          </a:p>
          <a:p>
            <a:r>
              <a:rPr lang="es-ES" dirty="0"/>
              <a:t> CFGS Administración de Sistemas Informáticos en Red</a:t>
            </a:r>
            <a:endParaRPr lang="es-ES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9644EF77-4144-B486-7541-60FC007F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87B326-82C5-2B72-1C40-2F1C30912208}"/>
              </a:ext>
            </a:extLst>
          </p:cNvPr>
          <p:cNvSpPr txBox="1"/>
          <p:nvPr/>
        </p:nvSpPr>
        <p:spPr>
          <a:xfrm>
            <a:off x="304800" y="129427"/>
            <a:ext cx="379614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1. Introducción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A36265F-E339-B975-6FC6-15D5054D9ADB}"/>
              </a:ext>
            </a:extLst>
          </p:cNvPr>
          <p:cNvSpPr txBox="1"/>
          <p:nvPr/>
        </p:nvSpPr>
        <p:spPr>
          <a:xfrm>
            <a:off x="2236438" y="1082879"/>
            <a:ext cx="5998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Fogones del Duero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D75BF4-F014-0AE7-AABF-A1395EF2067A}"/>
              </a:ext>
            </a:extLst>
          </p:cNvPr>
          <p:cNvSpPr txBox="1"/>
          <p:nvPr/>
        </p:nvSpPr>
        <p:spPr>
          <a:xfrm>
            <a:off x="304800" y="1804864"/>
            <a:ext cx="8014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Proyecto basado en una franquicia real de restauración.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B7A84A-1DFF-32FC-8060-020C03FC71E6}"/>
              </a:ext>
            </a:extLst>
          </p:cNvPr>
          <p:cNvSpPr txBox="1"/>
          <p:nvPr/>
        </p:nvSpPr>
        <p:spPr>
          <a:xfrm>
            <a:off x="304800" y="3104461"/>
            <a:ext cx="826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Conexión entre la sede central de Valladolid y la franquicia de Burgos.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D997CA-8EC5-1498-1B60-3855B1BB8321}"/>
              </a:ext>
            </a:extLst>
          </p:cNvPr>
          <p:cNvSpPr txBox="1"/>
          <p:nvPr/>
        </p:nvSpPr>
        <p:spPr>
          <a:xfrm>
            <a:off x="304800" y="3955432"/>
            <a:ext cx="826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Centralización de servicios para mejorar comunicación, seguridad y gestión.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25AC78-BC54-8431-3EE6-86557D164513}"/>
              </a:ext>
            </a:extLst>
          </p:cNvPr>
          <p:cNvSpPr txBox="1"/>
          <p:nvPr/>
        </p:nvSpPr>
        <p:spPr>
          <a:xfrm>
            <a:off x="304800" y="2257223"/>
            <a:ext cx="8014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Objetivo: diseño de una red WAN completa con VLAN, VPN y servidor de Windows</a:t>
            </a:r>
          </a:p>
        </p:txBody>
      </p:sp>
    </p:spTree>
    <p:extLst>
      <p:ext uri="{BB962C8B-B14F-4D97-AF65-F5344CB8AC3E}">
        <p14:creationId xmlns:p14="http://schemas.microsoft.com/office/powerpoint/2010/main" val="826017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643613A1-17D0-F893-6093-B570F0DF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E2DDAF-D507-8F64-0A3A-35A8DF1A65BD}"/>
              </a:ext>
            </a:extLst>
          </p:cNvPr>
          <p:cNvSpPr txBox="1"/>
          <p:nvPr/>
        </p:nvSpPr>
        <p:spPr>
          <a:xfrm>
            <a:off x="207819" y="143282"/>
            <a:ext cx="73636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2. Tecnologías y herramientas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FE3E74-EA50-CC1D-AF66-EAD9AA761FF8}"/>
              </a:ext>
            </a:extLst>
          </p:cNvPr>
          <p:cNvSpPr txBox="1"/>
          <p:nvPr/>
        </p:nvSpPr>
        <p:spPr>
          <a:xfrm>
            <a:off x="762989" y="1217658"/>
            <a:ext cx="6890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Windows Server 2019 (AD, DNS, DHCP, archivos compartidos</a:t>
            </a:r>
            <a:r>
              <a:rPr lang="es-ES" dirty="0"/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D7BC0E-775F-355D-F3CE-F589AE3E93FA}"/>
              </a:ext>
            </a:extLst>
          </p:cNvPr>
          <p:cNvSpPr txBox="1"/>
          <p:nvPr/>
        </p:nvSpPr>
        <p:spPr>
          <a:xfrm>
            <a:off x="783771" y="1925544"/>
            <a:ext cx="4887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PostgreSQL (inventario y ventas)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82C4C9-AFFA-DF96-0BDA-C5357B88860C}"/>
              </a:ext>
            </a:extLst>
          </p:cNvPr>
          <p:cNvSpPr txBox="1"/>
          <p:nvPr/>
        </p:nvSpPr>
        <p:spPr>
          <a:xfrm>
            <a:off x="783771" y="2371695"/>
            <a:ext cx="6890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Cisco Packet tracer (simulación de red)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81A493-24D8-7824-C681-1F305BF06ECF}"/>
              </a:ext>
            </a:extLst>
          </p:cNvPr>
          <p:cNvSpPr txBox="1"/>
          <p:nvPr/>
        </p:nvSpPr>
        <p:spPr>
          <a:xfrm>
            <a:off x="783771" y="2969745"/>
            <a:ext cx="3864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VLAN, ACL, VPN Ipsec.</a:t>
            </a:r>
          </a:p>
        </p:txBody>
      </p:sp>
    </p:spTree>
    <p:extLst>
      <p:ext uri="{BB962C8B-B14F-4D97-AF65-F5344CB8AC3E}">
        <p14:creationId xmlns:p14="http://schemas.microsoft.com/office/powerpoint/2010/main" val="208698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9CFCD1E-E5B7-B7D7-6671-9A2C1ADAED11}"/>
              </a:ext>
            </a:extLst>
          </p:cNvPr>
          <p:cNvSpPr txBox="1"/>
          <p:nvPr/>
        </p:nvSpPr>
        <p:spPr>
          <a:xfrm>
            <a:off x="221673" y="143282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3. Recursos y planificación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A98A7A-2330-3FB3-9786-AB604E56462D}"/>
              </a:ext>
            </a:extLst>
          </p:cNvPr>
          <p:cNvSpPr txBox="1"/>
          <p:nvPr/>
        </p:nvSpPr>
        <p:spPr>
          <a:xfrm>
            <a:off x="1135333" y="1096421"/>
            <a:ext cx="61177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Servidor central, routers y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5 fases del proyecto</a:t>
            </a:r>
            <a:b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	análisis, diseño, implementación, pruebas y 	documentación.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Uso de diagrama Gantt. </a:t>
            </a:r>
            <a:r>
              <a:rPr lang="es-ES" sz="2000" dirty="0">
                <a:ea typeface="Open Sans" panose="020B0606030504020204" pitchFamily="34" charset="0"/>
                <a:cs typeface="Open Sans" panose="020B0606030504020204" pitchFamily="34" charset="0"/>
              </a:rPr>
              <a:t>Duración 14 semanas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Recursos: router, switch, servidor…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Costo 4000€</a:t>
            </a:r>
          </a:p>
        </p:txBody>
      </p:sp>
    </p:spTree>
    <p:extLst>
      <p:ext uri="{BB962C8B-B14F-4D97-AF65-F5344CB8AC3E}">
        <p14:creationId xmlns:p14="http://schemas.microsoft.com/office/powerpoint/2010/main" val="300523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ECC4-DB62-F773-C88C-A0A22005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DA6BD89-D65B-7C43-5490-949EF00EE8BD}"/>
              </a:ext>
            </a:extLst>
          </p:cNvPr>
          <p:cNvSpPr txBox="1"/>
          <p:nvPr/>
        </p:nvSpPr>
        <p:spPr>
          <a:xfrm>
            <a:off x="207819" y="136355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4. Desarrollo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59ED680-676C-9993-8BE3-9D9B30384553}"/>
              </a:ext>
            </a:extLst>
          </p:cNvPr>
          <p:cNvSpPr txBox="1"/>
          <p:nvPr/>
        </p:nvSpPr>
        <p:spPr>
          <a:xfrm>
            <a:off x="653143" y="1164771"/>
            <a:ext cx="63315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Diseño lógico y físico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Configuración del VLAN y direccionamiento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Configuración de routers, VPN y ACL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Instalación del servidor y servicios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Pruebas y conectividad</a:t>
            </a:r>
          </a:p>
        </p:txBody>
      </p:sp>
    </p:spTree>
    <p:extLst>
      <p:ext uri="{BB962C8B-B14F-4D97-AF65-F5344CB8AC3E}">
        <p14:creationId xmlns:p14="http://schemas.microsoft.com/office/powerpoint/2010/main" val="397738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76FA838-CE9C-20F3-DD40-DCCDFB6086A1}"/>
              </a:ext>
            </a:extLst>
          </p:cNvPr>
          <p:cNvSpPr txBox="1"/>
          <p:nvPr/>
        </p:nvSpPr>
        <p:spPr>
          <a:xfrm>
            <a:off x="195940" y="141515"/>
            <a:ext cx="54319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Diseño lógico de la red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9F0A2B6-1390-2309-9493-4979A775DFEB}"/>
              </a:ext>
            </a:extLst>
          </p:cNvPr>
          <p:cNvSpPr txBox="1"/>
          <p:nvPr/>
        </p:nvSpPr>
        <p:spPr>
          <a:xfrm>
            <a:off x="838200" y="1643743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2 sedes conectadas por VPN Ipsec.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1464825-E337-D4E4-4957-9D933866387F}"/>
              </a:ext>
            </a:extLst>
          </p:cNvPr>
          <p:cNvSpPr txBox="1"/>
          <p:nvPr/>
        </p:nvSpPr>
        <p:spPr>
          <a:xfrm>
            <a:off x="838200" y="2689331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Topología en estrella.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61240F-8B99-3323-9A7B-344E904C72A9}"/>
              </a:ext>
            </a:extLst>
          </p:cNvPr>
          <p:cNvSpPr txBox="1"/>
          <p:nvPr/>
        </p:nvSpPr>
        <p:spPr>
          <a:xfrm>
            <a:off x="838200" y="3315199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Redes 192.168.10.0/24 VLL y 192.168.20.0/24 BRG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CE5A4B-69A1-5D7D-CEC3-19552B4C0841}"/>
              </a:ext>
            </a:extLst>
          </p:cNvPr>
          <p:cNvSpPr txBox="1"/>
          <p:nvPr/>
        </p:nvSpPr>
        <p:spPr>
          <a:xfrm>
            <a:off x="838199" y="3938406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Enlace 10.10.10.0/30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3BDA91-07C8-3C6B-9400-1B843918CF1F}"/>
              </a:ext>
            </a:extLst>
          </p:cNvPr>
          <p:cNvSpPr txBox="1"/>
          <p:nvPr/>
        </p:nvSpPr>
        <p:spPr>
          <a:xfrm>
            <a:off x="891915" y="2143593"/>
            <a:ext cx="5291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Segmentación por VLAN en cada sede</a:t>
            </a:r>
          </a:p>
        </p:txBody>
      </p:sp>
    </p:spTree>
    <p:extLst>
      <p:ext uri="{BB962C8B-B14F-4D97-AF65-F5344CB8AC3E}">
        <p14:creationId xmlns:p14="http://schemas.microsoft.com/office/powerpoint/2010/main" val="1151927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5EA067-C5FA-46F1-CE29-5A2DCF69BA8D}"/>
              </a:ext>
            </a:extLst>
          </p:cNvPr>
          <p:cNvSpPr txBox="1"/>
          <p:nvPr/>
        </p:nvSpPr>
        <p:spPr>
          <a:xfrm>
            <a:off x="195942" y="130628"/>
            <a:ext cx="509451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Diseño físico por sede.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355DE4-057D-32B6-C0EE-40CBC7E84EF0}"/>
              </a:ext>
            </a:extLst>
          </p:cNvPr>
          <p:cNvSpPr txBox="1"/>
          <p:nvPr/>
        </p:nvSpPr>
        <p:spPr>
          <a:xfrm>
            <a:off x="1132114" y="1748847"/>
            <a:ext cx="5301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Valladolid: router, switch, servidor, SAI.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8EB079-46F9-1FEF-175D-B9338EB805CA}"/>
              </a:ext>
            </a:extLst>
          </p:cNvPr>
          <p:cNvSpPr txBox="1"/>
          <p:nvPr/>
        </p:nvSpPr>
        <p:spPr>
          <a:xfrm>
            <a:off x="1132114" y="2594434"/>
            <a:ext cx="5301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Burgos: router y switch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B7DAFAC-935C-DFAB-0300-F8C7120476B1}"/>
              </a:ext>
            </a:extLst>
          </p:cNvPr>
          <p:cNvSpPr txBox="1"/>
          <p:nvPr/>
        </p:nvSpPr>
        <p:spPr>
          <a:xfrm>
            <a:off x="1132114" y="3437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Puestos: TPV, administración, cocina y clientes.</a:t>
            </a:r>
          </a:p>
        </p:txBody>
      </p:sp>
    </p:spTree>
    <p:extLst>
      <p:ext uri="{BB962C8B-B14F-4D97-AF65-F5344CB8AC3E}">
        <p14:creationId xmlns:p14="http://schemas.microsoft.com/office/powerpoint/2010/main" val="26525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0E1E5E5-80E8-2533-40D6-FB54885F581B}"/>
              </a:ext>
            </a:extLst>
          </p:cNvPr>
          <p:cNvSpPr txBox="1"/>
          <p:nvPr/>
        </p:nvSpPr>
        <p:spPr>
          <a:xfrm>
            <a:off x="174172" y="141513"/>
            <a:ext cx="57585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VLAN y direccionamiento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454D5B-240D-99AA-2ADC-A284762267AD}"/>
              </a:ext>
            </a:extLst>
          </p:cNvPr>
          <p:cNvSpPr txBox="1"/>
          <p:nvPr/>
        </p:nvSpPr>
        <p:spPr>
          <a:xfrm>
            <a:off x="1328057" y="1186543"/>
            <a:ext cx="64878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VLAN 10 TPV</a:t>
            </a:r>
          </a:p>
          <a:p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VLAN 20 Administración</a:t>
            </a:r>
          </a:p>
          <a:p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VLAN 30 Cocina</a:t>
            </a:r>
          </a:p>
          <a:p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VLAN 40 Clientes</a:t>
            </a:r>
          </a:p>
          <a:p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VLAN 99 Gestión</a:t>
            </a:r>
          </a:p>
          <a:p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28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A8AA9A-D948-A58F-F0A5-B32D038D383D}"/>
              </a:ext>
            </a:extLst>
          </p:cNvPr>
          <p:cNvSpPr txBox="1"/>
          <p:nvPr/>
        </p:nvSpPr>
        <p:spPr>
          <a:xfrm>
            <a:off x="185055" y="141514"/>
            <a:ext cx="533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Seguridad: ACL y VPN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BBA0E33-77B1-2852-581E-91E7921E5750}"/>
              </a:ext>
            </a:extLst>
          </p:cNvPr>
          <p:cNvSpPr txBox="1"/>
          <p:nvPr/>
        </p:nvSpPr>
        <p:spPr>
          <a:xfrm>
            <a:off x="1273620" y="1763487"/>
            <a:ext cx="64661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VPN Ipsec cifrada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ACL: para restringir tráfico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Segmentación real por VLAN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Bloqueo completo en red de clientes</a:t>
            </a:r>
          </a:p>
        </p:txBody>
      </p:sp>
    </p:spTree>
    <p:extLst>
      <p:ext uri="{BB962C8B-B14F-4D97-AF65-F5344CB8AC3E}">
        <p14:creationId xmlns:p14="http://schemas.microsoft.com/office/powerpoint/2010/main" val="421922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DF7D31-BEE8-38CB-8784-9E55D9C2A9A9}"/>
              </a:ext>
            </a:extLst>
          </p:cNvPr>
          <p:cNvSpPr txBox="1"/>
          <p:nvPr/>
        </p:nvSpPr>
        <p:spPr>
          <a:xfrm>
            <a:off x="130626" y="152399"/>
            <a:ext cx="65967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Demostración: Packet tracer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EAA939-F879-1B13-BD91-F5E5B5DBA408}"/>
              </a:ext>
            </a:extLst>
          </p:cNvPr>
          <p:cNvSpPr txBox="1"/>
          <p:nvPr/>
        </p:nvSpPr>
        <p:spPr>
          <a:xfrm>
            <a:off x="1262742" y="1752608"/>
            <a:ext cx="58456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Inter-VLAN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Ping entre sedes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ACL funcionando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Routers configurados</a:t>
            </a:r>
          </a:p>
        </p:txBody>
      </p:sp>
    </p:spTree>
    <p:extLst>
      <p:ext uri="{BB962C8B-B14F-4D97-AF65-F5344CB8AC3E}">
        <p14:creationId xmlns:p14="http://schemas.microsoft.com/office/powerpoint/2010/main" val="926117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A28A8E6-1BCF-EA0E-9BFA-862C8FD88EA4}"/>
              </a:ext>
            </a:extLst>
          </p:cNvPr>
          <p:cNvSpPr txBox="1"/>
          <p:nvPr/>
        </p:nvSpPr>
        <p:spPr>
          <a:xfrm>
            <a:off x="239485" y="152399"/>
            <a:ext cx="76635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Servidor principal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592544-440B-3A1C-706B-19556A4AD730}"/>
              </a:ext>
            </a:extLst>
          </p:cNvPr>
          <p:cNvSpPr txBox="1"/>
          <p:nvPr/>
        </p:nvSpPr>
        <p:spPr>
          <a:xfrm>
            <a:off x="2073728" y="990600"/>
            <a:ext cx="4996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SRV-FOGONES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C84A03-ABCA-8358-DC20-BCE2E12FFB92}"/>
              </a:ext>
            </a:extLst>
          </p:cNvPr>
          <p:cNvSpPr txBox="1"/>
          <p:nvPr/>
        </p:nvSpPr>
        <p:spPr>
          <a:xfrm>
            <a:off x="2635412" y="1736468"/>
            <a:ext cx="611777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AD, OU por sede y departamento.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DNS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DHCP centralizado.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PostgreSQL.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Carpetas compartidas y permisos.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0852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499379-6853-8C4E-0988-258391C58B6F}"/>
              </a:ext>
            </a:extLst>
          </p:cNvPr>
          <p:cNvSpPr txBox="1"/>
          <p:nvPr/>
        </p:nvSpPr>
        <p:spPr>
          <a:xfrm>
            <a:off x="141512" y="141513"/>
            <a:ext cx="5486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Demostración servidor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63FDD5-2476-CC3F-91FC-B134639FEAE8}"/>
              </a:ext>
            </a:extLst>
          </p:cNvPr>
          <p:cNvSpPr txBox="1"/>
          <p:nvPr/>
        </p:nvSpPr>
        <p:spPr>
          <a:xfrm>
            <a:off x="1213757" y="1400337"/>
            <a:ext cx="67164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Inicio de sesión dominio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AD, DNS, DHCP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Accesos desde sedes.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7040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95A3F9-2440-E292-AA8A-CA799948D789}"/>
              </a:ext>
            </a:extLst>
          </p:cNvPr>
          <p:cNvSpPr txBox="1"/>
          <p:nvPr/>
        </p:nvSpPr>
        <p:spPr>
          <a:xfrm>
            <a:off x="163284" y="130627"/>
            <a:ext cx="59871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Resultados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541A7C-051B-C5A6-7433-97EDE90571C2}"/>
              </a:ext>
            </a:extLst>
          </p:cNvPr>
          <p:cNvSpPr txBox="1"/>
          <p:nvPr/>
        </p:nvSpPr>
        <p:spPr>
          <a:xfrm>
            <a:off x="1262743" y="1763484"/>
            <a:ext cx="58891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Conectividad entre las sedes.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Servicios centralizados.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VLAN y ACL correctas.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BD unificada.</a:t>
            </a:r>
          </a:p>
        </p:txBody>
      </p:sp>
    </p:spTree>
    <p:extLst>
      <p:ext uri="{BB962C8B-B14F-4D97-AF65-F5344CB8AC3E}">
        <p14:creationId xmlns:p14="http://schemas.microsoft.com/office/powerpoint/2010/main" val="479284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4CD640E-8452-DA50-89F9-D3287193078B}"/>
              </a:ext>
            </a:extLst>
          </p:cNvPr>
          <p:cNvSpPr txBox="1"/>
          <p:nvPr/>
        </p:nvSpPr>
        <p:spPr>
          <a:xfrm>
            <a:off x="180622" y="135465"/>
            <a:ext cx="5181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PostgreSQL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ACDD4B-00A6-4B9E-CEF8-FE9DF33AB1EA}"/>
              </a:ext>
            </a:extLst>
          </p:cNvPr>
          <p:cNvSpPr txBox="1"/>
          <p:nvPr/>
        </p:nvSpPr>
        <p:spPr>
          <a:xfrm>
            <a:off x="1512711" y="1512711"/>
            <a:ext cx="53735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Servicio de base de datos del proyecto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Datos centralizados de ventas y stock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Consultas y gestión mediante </a:t>
            </a:r>
            <a:r>
              <a:rPr lang="es-ES" sz="2000" dirty="0" err="1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pgAdmin</a:t>
            </a: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057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4916214-46E9-E546-A167-6BC0A9A83195}"/>
              </a:ext>
            </a:extLst>
          </p:cNvPr>
          <p:cNvSpPr txBox="1"/>
          <p:nvPr/>
        </p:nvSpPr>
        <p:spPr>
          <a:xfrm>
            <a:off x="152398" y="119741"/>
            <a:ext cx="61068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Dificultades encontradas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7D71A0-6477-97EC-2722-1ECD046BD497}"/>
              </a:ext>
            </a:extLst>
          </p:cNvPr>
          <p:cNvSpPr txBox="1"/>
          <p:nvPr/>
        </p:nvSpPr>
        <p:spPr>
          <a:xfrm>
            <a:off x="1012371" y="1382486"/>
            <a:ext cx="53884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Bug DHCP Packet Tracer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Limitaciones VPN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Ajustes ACL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Cambio de 4 sedes a 2 sedes</a:t>
            </a:r>
          </a:p>
        </p:txBody>
      </p:sp>
    </p:spTree>
    <p:extLst>
      <p:ext uri="{BB962C8B-B14F-4D97-AF65-F5344CB8AC3E}">
        <p14:creationId xmlns:p14="http://schemas.microsoft.com/office/powerpoint/2010/main" val="3374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D95A-23C9-17F2-9CDB-7668F122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929F68-80A3-F96D-A1C9-075A74694C69}"/>
              </a:ext>
            </a:extLst>
          </p:cNvPr>
          <p:cNvSpPr txBox="1"/>
          <p:nvPr/>
        </p:nvSpPr>
        <p:spPr>
          <a:xfrm>
            <a:off x="318655" y="150209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5. Conclusiones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5D0D0F-E843-4D38-4582-4681CD3D80DF}"/>
              </a:ext>
            </a:extLst>
          </p:cNvPr>
          <p:cNvSpPr txBox="1"/>
          <p:nvPr/>
        </p:nvSpPr>
        <p:spPr>
          <a:xfrm>
            <a:off x="1142011" y="1448365"/>
            <a:ext cx="55081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Objetivos cumplidos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Gestión centralizada eficiente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Aplicable a entorno 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Gran experiencia práctica</a:t>
            </a:r>
          </a:p>
        </p:txBody>
      </p:sp>
    </p:spTree>
    <p:extLst>
      <p:ext uri="{BB962C8B-B14F-4D97-AF65-F5344CB8AC3E}">
        <p14:creationId xmlns:p14="http://schemas.microsoft.com/office/powerpoint/2010/main" val="1319111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9F27-020A-BD8F-9A21-3BBC022B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3417FB-2403-958D-AA67-52F5B14448F9}"/>
              </a:ext>
            </a:extLst>
          </p:cNvPr>
          <p:cNvSpPr txBox="1"/>
          <p:nvPr/>
        </p:nvSpPr>
        <p:spPr>
          <a:xfrm>
            <a:off x="325582" y="143282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6. Vías futuras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E541EF4-4BAD-4875-9737-ACE9E871AF60}"/>
              </a:ext>
            </a:extLst>
          </p:cNvPr>
          <p:cNvSpPr txBox="1"/>
          <p:nvPr/>
        </p:nvSpPr>
        <p:spPr>
          <a:xfrm>
            <a:off x="1121229" y="1600200"/>
            <a:ext cx="52904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Monitorización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WIFI invitados con portal cautivo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Alta disponibilidad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Automatización mantenimiento</a:t>
            </a:r>
          </a:p>
        </p:txBody>
      </p:sp>
    </p:spTree>
    <p:extLst>
      <p:ext uri="{BB962C8B-B14F-4D97-AF65-F5344CB8AC3E}">
        <p14:creationId xmlns:p14="http://schemas.microsoft.com/office/powerpoint/2010/main" val="409038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97882"/>
      </p:ext>
    </p:extLst>
  </p:cSld>
  <p:clrMapOvr>
    <a:masterClrMapping/>
  </p:clrMapOvr>
</p:sld>
</file>

<file path=ppt/theme/theme1.xml><?xml version="1.0" encoding="utf-8"?>
<a:theme xmlns:a="http://schemas.openxmlformats.org/drawingml/2006/main" name="Aquatic and Physical Therapy Center by Slidesgo">
  <a:themeElements>
    <a:clrScheme name="Simple Light">
      <a:dk1>
        <a:srgbClr val="202020"/>
      </a:dk1>
      <a:lt1>
        <a:srgbClr val="FFFFFF"/>
      </a:lt1>
      <a:dk2>
        <a:srgbClr val="48B9CE"/>
      </a:dk2>
      <a:lt2>
        <a:srgbClr val="149BAB"/>
      </a:lt2>
      <a:accent1>
        <a:srgbClr val="CAE1E4"/>
      </a:accent1>
      <a:accent2>
        <a:srgbClr val="8FD5E2"/>
      </a:accent2>
      <a:accent3>
        <a:srgbClr val="F1F1F1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429</Words>
  <Application>Microsoft Office PowerPoint</Application>
  <PresentationFormat>Presentación en pantalla (16:9)</PresentationFormat>
  <Paragraphs>129</Paragraphs>
  <Slides>18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Open Sans</vt:lpstr>
      <vt:lpstr>Avenir</vt:lpstr>
      <vt:lpstr>Poppins</vt:lpstr>
      <vt:lpstr>Josefin Sans</vt:lpstr>
      <vt:lpstr>Open Sans SemiBold</vt:lpstr>
      <vt:lpstr>Arial</vt:lpstr>
      <vt:lpstr>Aquatic and Physical Therapy Center by Slidesgo</vt:lpstr>
      <vt:lpstr>Fogones del Duero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Eva Gavidia Cantavella</dc:creator>
  <cp:lastModifiedBy>Héctor alonso labajo</cp:lastModifiedBy>
  <cp:revision>8</cp:revision>
  <dcterms:modified xsi:type="dcterms:W3CDTF">2025-12-09T21:51:46Z</dcterms:modified>
</cp:coreProperties>
</file>